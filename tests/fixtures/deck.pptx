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Quarterly review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Prepared for the board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Highlights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Revenue up 14%</a:t>
            </a:r>
            <a:endParaRPr lang="en-US" dirty="0"/>
          </a:p>
          <a:p>
            <a:pPr lvl="1" marL="685800" indent="-3429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EU contracts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Two new hires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Region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EU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1.6M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Risks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/>
            <a:r>
              <a:rPr lang="en-US" dirty="0">
                <a:solidFill>
                  <a:srgbClr val="000000"/>
                </a:solidFill>
              </a:rPr>
              <a:t>Supplier delays</a:t>
            </a:r>
            <a:endParaRPr lang="en-US" dirty="0"/>
          </a:p>
          <a:p>
            <a:pPr lvl="1" indent="0" marL="0"/>
            <a:r>
              <a:rPr lang="en-US" dirty="0">
                <a:solidFill>
                  <a:srgbClr val="000000"/>
                </a:solidFill>
              </a:rPr>
              <a:t>Two plants affected</a:t>
            </a:r>
            <a:endParaRPr lang="en-US" dirty="0"/>
          </a:p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Mitigation is in the appendix.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Small print at the top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Plan for Q4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dirty="0">
                <a:solidFill>
                  <a:srgbClr val="000000"/>
                </a:solidFill>
              </a:rPr>
              <a:t>Close the lease</a:t>
            </a:r>
            <a:endParaRPr lang="en-US" dirty="0"/>
          </a:p>
          <a:p>
            <a:pPr lvl="1" marL="685800" indent="-3429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Notice by October</a:t>
            </a:r>
            <a:endParaRPr lang="en-US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dirty="0">
                <a:solidFill>
                  <a:srgbClr val="000000"/>
                </a:solidFill>
              </a:rPr>
              <a:t>Hire support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Figures are estimates.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2026-01-01T00:00:00Z</dcterms:created>
  <dcterms:modified xsi:type="dcterms:W3CDTF">2026-01-01T00:00:00Z</dcterms:modified>
</cp:coreProperties>
</file>