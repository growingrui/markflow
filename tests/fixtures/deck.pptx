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Quarterly review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Prepared for the board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Highlights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Revenue up 14%</a:t>
            </a:r>
            <a:endParaRPr lang="en-US" dirty="0"/>
          </a:p>
          <a:p>
            <a:pPr lvl="1" marL="685800" indent="-3429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EU contracts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Two new hires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54864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Region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Q3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EU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1.6M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2026-01-01T00:00:00Z</dcterms:created>
  <dcterms:modified xsi:type="dcterms:W3CDTF">2026-01-01T00:00:00Z</dcterms:modified>
</cp:coreProperties>
</file>